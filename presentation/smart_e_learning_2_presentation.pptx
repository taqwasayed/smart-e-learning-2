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0F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37760"/>
            <a:ext cx="12188952" cy="1920240"/>
          </a:xfrm>
          <a:prstGeom prst="rect">
            <a:avLst/>
          </a:prstGeom>
          <a:solidFill>
            <a:srgbClr val="24120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E-LEARNING 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Adaptive, Bilingual, AI-Powered Learning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292608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212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· ITI  |  Hackathon Submission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· PostgreSQL · Google Gemini · HTML/CSS/JS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08760"/>
            <a:ext cx="164592" cy="164592"/>
          </a:xfrm>
          <a:prstGeom prst="ellipse">
            <a:avLst/>
          </a:prstGeom>
          <a:solidFill>
            <a:srgbClr val="E0B9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389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One-size-fits-all quizzes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7556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gets the exact same questions, regardless of what they already struggle with.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64592" cy="164592"/>
          </a:xfrm>
          <a:prstGeom prst="ellipse">
            <a:avLst/>
          </a:prstGeom>
          <a:solidFill>
            <a:srgbClr val="E0B9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532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motivation loop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986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feels invisible — no points, no levels, nothing that makes studying feel rewarding.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64592" cy="164592"/>
          </a:xfrm>
          <a:prstGeom prst="ellipse">
            <a:avLst/>
          </a:prstGeom>
          <a:solidFill>
            <a:srgbClr val="E0B9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75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during long study sessions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0416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reminder to breathe, reset, and come back stronger.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64592" cy="164592"/>
          </a:xfrm>
          <a:prstGeom prst="ellipse">
            <a:avLst/>
          </a:prstGeom>
          <a:solidFill>
            <a:srgbClr val="E0B9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188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Single-language platforms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51846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think in Arabic are forced into an English-only (or vice-versa) interface.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quiz engine that learns each student's weak topics and re-orders questions to target them.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3172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gamification layer — points, levels, and badges — tied to every meaningful action.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Mindful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33172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Pomodoro-style reminders every 25 minutes with a verse, hadith, or motivational note.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189720" y="1554480"/>
            <a:ext cx="2651760" cy="4297680"/>
          </a:xfrm>
          <a:prstGeom prst="roundRect">
            <a:avLst>
              <a:gd name="adj" fmla="val 413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1783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331720"/>
            <a:ext cx="2286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English/Arabic experience — one click flips text, layout direction, and the AI tutor's language.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5" name="Image 0" descr="/home/claude/pptx_build/icon_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Engine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questions per student based on weak topics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9" name="Image 1" descr="/home/claude/pptx_build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459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AI Tutor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57200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chat that guides, never just gives the answer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38160" y="141732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13" name="Image 2" descr="/home/claude/pptx_build/icon_troph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459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667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levels, and badges for every milestone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17" name="Image 3" descr="/home/claude/pptx_build/icon_m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724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Reminders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Pomodoro-style pop-ups with a verse or motivational note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43400" y="4069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21" name="Image 4" descr="/home/claude/pptx_build/icon_langu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976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7200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EN/AR Bilingual UI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flips language, text, and layout direction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38160" y="4069080"/>
            <a:ext cx="3566160" cy="2377440"/>
          </a:xfrm>
          <a:prstGeom prst="roundRect">
            <a:avLst>
              <a:gd name="adj" fmla="val 3846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pic>
        <p:nvPicPr>
          <p:cNvPr id="25" name="Image 5" descr="/home/claude/pptx_build/icon_microphon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297680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66760" y="4937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8366760" y="5394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question to the AI tutor — no typing needed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pic>
        <p:nvPicPr>
          <p:cNvPr id="4" name="Image 0" descr="/home/claude/pptx_build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CustomUser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Points, Level, Streak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8064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1209"/>
          </a:solidFill>
          <a:ln/>
        </p:spPr>
      </p:sp>
      <p:sp>
        <p:nvSpPr>
          <p:cNvPr id="9" name="Shape 6"/>
          <p:cNvSpPr/>
          <p:nvPr/>
        </p:nvSpPr>
        <p:spPr>
          <a:xfrm>
            <a:off x="342900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14884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· Lesson · Quiz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· StudentPerformance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· StudyPlan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58064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1209"/>
          </a:solidFill>
          <a:ln/>
        </p:spPr>
      </p:sp>
      <p:sp>
        <p:nvSpPr>
          <p:cNvPr id="13" name="Shape 10"/>
          <p:cNvSpPr/>
          <p:nvPr/>
        </p:nvSpPr>
        <p:spPr>
          <a:xfrm>
            <a:off x="630936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214884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· Level · Badge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MindfulnessContent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AIChatSession · AIMessage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309360" y="58064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1209"/>
          </a:solidFill>
          <a:ln/>
        </p:spPr>
      </p:sp>
      <p:sp>
        <p:nvSpPr>
          <p:cNvPr id="17" name="Shape 14"/>
          <p:cNvSpPr/>
          <p:nvPr/>
        </p:nvSpPr>
        <p:spPr>
          <a:xfrm>
            <a:off x="9189720" y="155448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148840"/>
            <a:ext cx="2377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tutor logic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(google-genai)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functions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89720" y="58064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24120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relationships mapped from a hand-drawn ERD → verified with real PostgreSQL migrations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Adaptive Quiz Engine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241209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" y="2487168"/>
            <a:ext cx="1746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takes a quiz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2697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24912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241209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2487168"/>
            <a:ext cx="1746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are tagged by topic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697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946904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241209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56632" y="2487168"/>
            <a:ext cx="1746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StudentPerformance is updated per topic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912864" y="2697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168896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241209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78624" y="2487168"/>
            <a:ext cx="1746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quiz re-orders questions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69748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390888" y="237744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7B3FE4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0616" y="2487168"/>
            <a:ext cx="17465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topics come first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148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effectively takes a different quiz — built from their own performance history, not a fixed answer key.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0789920" cy="1280160"/>
          </a:xfrm>
          <a:prstGeom prst="roundRect">
            <a:avLst>
              <a:gd name="adj" fmla="val 7143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testing: a simulated student who answered a "Loops" question incorrectly was automatically served that topic first on her next quiz attempt — confirmed with an automated multi-user test, not just manually.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Gamification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pic>
        <p:nvPicPr>
          <p:cNvPr id="4" name="Image 0" descr="/home/claude/pptx_build/icon_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 in a course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37960" y="184708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B3FE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537960" y="18470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pts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06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quiz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537960" y="271576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B3FE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37960" y="271576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pts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7472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4747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 quiz (below passing)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537960" y="358444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B3FE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37960" y="35844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pts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34340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4343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enough points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37960" y="445312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B3FE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537960" y="44531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7589520" cy="685800"/>
          </a:xfrm>
          <a:prstGeom prst="roundRect">
            <a:avLst>
              <a:gd name="adj" fmla="val 10667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2120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milestone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37960" y="5321808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7B3FE4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537960" y="53218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 badge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412480" y="1737360"/>
            <a:ext cx="3200400" cy="4023360"/>
          </a:xfrm>
          <a:prstGeom prst="roundRect">
            <a:avLst>
              <a:gd name="adj" fmla="val 3429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is logged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641080" y="242316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aren't just a running number — every earn event is stored individually (reason + timestamp), so progress is fully auditable and explainable to the student.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&amp; Verified — Not Just "It Compiles"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291840" cy="1920240"/>
          </a:xfrm>
          <a:prstGeom prst="roundRect">
            <a:avLst>
              <a:gd name="adj" fmla="val 5714"/>
            </a:avLst>
          </a:prstGeom>
          <a:solidFill>
            <a:srgbClr val="241209"/>
          </a:solidFill>
          <a:ln w="12700">
            <a:solidFill>
              <a:srgbClr val="E0B9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15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passing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55448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PostgreSQL, not SQLite — migrations applied against the same DB engine as production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simulated students (multi-user isolation confirmed)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flow tested: register → enroll → take quiz → earn points → adaptive re-ordering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4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 registration confirmed for all 20+ models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4A1550"/>
          </a:solidFill>
          <a:ln w="12700">
            <a:solidFill>
              <a:srgbClr val="E0B975"/>
            </a:solidFill>
            <a:prstDash val="solid"/>
          </a:ln>
        </p:spPr>
      </p:sp>
      <p:pic>
        <p:nvPicPr>
          <p:cNvPr id="9" name="Image 0" descr="/home/claude/pptx_build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977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3931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E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limits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4343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Gemini API call couldn't be tested from the sandbox (no external network access) — verified independently on a real machine with a real key before every demo.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scoped to exactly what was covered in the course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Django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96596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(google-genai) + Prompt Engineering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931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Vanilla JavaScript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0560" y="3931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(browser-native)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241209"/>
          </a:solidFill>
          <a:ln w="9525">
            <a:solidFill>
              <a:srgbClr val="E0B97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3931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B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297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i18n — English default, Arabic toggle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82880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  <p:pic>
        <p:nvPicPr>
          <p:cNvPr id="4" name="Image 0" descr="/home/claude/pptx_build/icon_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3657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B3FE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real function-calling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920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AI tutor's tools (get_student_performance, create_study_plan) directly into Gemini's function-calling API.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B3FE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instructors add courses, quizzes, and question banks without touching the Django admin.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B3FE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question bank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adaptive coverage across more topics and difficulty tiers.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B3FE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PostgreSQL to a managed instance; add production settings (HTTPS, static file serving).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0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4120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E1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3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E-Learning 2 — questions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926080" cy="0"/>
          </a:xfrm>
          <a:prstGeom prst="line">
            <a:avLst/>
          </a:prstGeom>
          <a:noFill/>
          <a:ln w="25400">
            <a:solidFill>
              <a:srgbClr val="E0B97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2026-09-14T20:49:15Z</dcterms:created>
  <dcterms:modified xsi:type="dcterms:W3CDTF">2026-09-14T20:49:15Z</dcterms:modified>
</cp:coreProperties>
</file>